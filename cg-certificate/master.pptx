
<file path=[Content_Types].xml><?xml version="1.0" encoding="utf-8"?>
<Types xmlns="http://schemas.openxmlformats.org/package/2006/content-types">
  <Default Extension="emf" ContentType="image/x-emf"/>
  <Default Extension="gif" ContentType="image/gi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6"/>
  </p:notesMasterIdLst>
  <p:sldIdLst>
    <p:sldId id="381" r:id="rId5"/>
  </p:sldIdLst>
  <p:sldSz cx="10691813" cy="7559675"/>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1" id="{147E81BF-84B6-2F42-851A-4844851BB7A6}">
          <p14:sldIdLst>
            <p14:sldId id="381"/>
          </p14:sldIdLst>
        </p14:section>
        <p14:section name="T2" id="{C0D21350-ECB5-5D40-BFA9-E4889F473F99}">
          <p14:sldIdLst/>
        </p14:section>
        <p14:section name="T3" id="{875C5798-4F5C-D840-B927-A055C4437C45}">
          <p14:sldIdLst/>
        </p14:section>
        <p14:section name="T4" id="{F2281C0F-67BB-4B46-A958-60335B8D9BC3}">
          <p14:sldIdLst/>
        </p14:section>
        <p14:section name="T5" id="{426F6139-93FE-5E49-A647-7180BA5C82F9}">
          <p14:sldIdLst/>
        </p14:section>
      </p14:sectionLst>
    </p:ext>
    <p:ext uri="{EFAFB233-063F-42B5-8137-9DF3F51BA10A}">
      <p15:sldGuideLst xmlns:p15="http://schemas.microsoft.com/office/powerpoint/2012/main">
        <p15:guide id="1" orient="horz" pos="2381">
          <p15:clr>
            <a:srgbClr val="A4A3A4"/>
          </p15:clr>
        </p15:guide>
        <p15:guide id="2" pos="336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883FF"/>
    <a:srgbClr val="F77C2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1"/>
    <p:restoredTop sz="94675"/>
  </p:normalViewPr>
  <p:slideViewPr>
    <p:cSldViewPr snapToGrid="0">
      <p:cViewPr varScale="1">
        <p:scale>
          <a:sx n="104" d="100"/>
          <a:sy n="104" d="100"/>
        </p:scale>
        <p:origin x="1856" y="192"/>
      </p:cViewPr>
      <p:guideLst>
        <p:guide orient="horz" pos="2381"/>
        <p:guide pos="336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CF734FDB-31B8-B74D-A18D-AB9E9D430374}" type="datetimeFigureOut">
              <a:rPr lang="en-GB" smtClean="0"/>
              <a:t>24/09/2026</a:t>
            </a:fld>
            <a:endParaRPr lang="en-GB"/>
          </a:p>
        </p:txBody>
      </p:sp>
      <p:sp>
        <p:nvSpPr>
          <p:cNvPr id="4" name="Slide Image Placeholder 3"/>
          <p:cNvSpPr>
            <a:spLocks noGrp="1" noRot="1" noChangeAspect="1"/>
          </p:cNvSpPr>
          <p:nvPr>
            <p:ph type="sldImg" idx="2"/>
          </p:nvPr>
        </p:nvSpPr>
        <p:spPr>
          <a:xfrm>
            <a:off x="1030288" y="1241425"/>
            <a:ext cx="473710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606F2A6B-75EA-FE44-8B4B-3DA4683D56A1}" type="slidenum">
              <a:rPr lang="en-GB" smtClean="0"/>
              <a:t>‹#›</a:t>
            </a:fld>
            <a:endParaRPr lang="en-GB"/>
          </a:p>
        </p:txBody>
      </p:sp>
    </p:spTree>
    <p:extLst>
      <p:ext uri="{BB962C8B-B14F-4D97-AF65-F5344CB8AC3E}">
        <p14:creationId xmlns:p14="http://schemas.microsoft.com/office/powerpoint/2010/main" val="4143971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1886" y="1237197"/>
            <a:ext cx="9088041" cy="2631887"/>
          </a:xfrm>
        </p:spPr>
        <p:txBody>
          <a:bodyPr anchor="b"/>
          <a:lstStyle>
            <a:lvl1pPr algn="ctr">
              <a:defRPr sz="6614"/>
            </a:lvl1pPr>
          </a:lstStyle>
          <a:p>
            <a:r>
              <a:rPr lang="en-US"/>
              <a:t>Click to edit Master title style</a:t>
            </a:r>
          </a:p>
        </p:txBody>
      </p:sp>
      <p:sp>
        <p:nvSpPr>
          <p:cNvPr id="3" name="Subtitle 2"/>
          <p:cNvSpPr>
            <a:spLocks noGrp="1"/>
          </p:cNvSpPr>
          <p:nvPr>
            <p:ph type="subTitle" idx="1"/>
          </p:nvPr>
        </p:nvSpPr>
        <p:spPr>
          <a:xfrm>
            <a:off x="1336477" y="3970580"/>
            <a:ext cx="8018860" cy="1825171"/>
          </a:xfrm>
        </p:spPr>
        <p:txBody>
          <a:bodyPr/>
          <a:lstStyle>
            <a:lvl1pPr marL="0" indent="0" algn="ctr">
              <a:buNone/>
              <a:defRPr sz="2646"/>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lang="en-US"/>
              <a:t>Click to edit Master subtitle style</a:t>
            </a:r>
          </a:p>
        </p:txBody>
      </p:sp>
      <p:sp>
        <p:nvSpPr>
          <p:cNvPr id="4" name="Date Placeholder 3"/>
          <p:cNvSpPr>
            <a:spLocks noGrp="1"/>
          </p:cNvSpPr>
          <p:nvPr>
            <p:ph type="dt" sz="half" idx="10"/>
          </p:nvPr>
        </p:nvSpPr>
        <p:spPr/>
        <p:txBody>
          <a:bodyPr/>
          <a:lstStyle/>
          <a:p>
            <a:fld id="{670A6C74-4339-4F4A-A411-E9E7DAC79723}" type="datetimeFigureOut">
              <a:rPr lang="en-GB" smtClean="0"/>
              <a:t>24/09/2026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4228943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A6C74-4339-4F4A-A411-E9E7DAC79723}" type="datetimeFigureOut">
              <a:rPr lang="en-GB" smtClean="0"/>
              <a:t>24/09/2026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36767388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9494" y="1884671"/>
            <a:ext cx="9221689" cy="3144614"/>
          </a:xfrm>
        </p:spPr>
        <p:txBody>
          <a:bodyPr anchor="b"/>
          <a:lstStyle>
            <a:lvl1pPr>
              <a:defRPr sz="6614"/>
            </a:lvl1pPr>
          </a:lstStyle>
          <a:p>
            <a:r>
              <a:rPr lang="en-US"/>
              <a:t>Click to edit Master title style</a:t>
            </a:r>
          </a:p>
        </p:txBody>
      </p:sp>
      <p:sp>
        <p:nvSpPr>
          <p:cNvPr id="3" name="Text Placeholder 2"/>
          <p:cNvSpPr>
            <a:spLocks noGrp="1"/>
          </p:cNvSpPr>
          <p:nvPr>
            <p:ph type="body" idx="1"/>
          </p:nvPr>
        </p:nvSpPr>
        <p:spPr>
          <a:xfrm>
            <a:off x="729494" y="5059035"/>
            <a:ext cx="9221689" cy="1653678"/>
          </a:xfrm>
        </p:spPr>
        <p:txBody>
          <a:bodyPr/>
          <a:lstStyle>
            <a:lvl1pPr marL="0" indent="0">
              <a:buNone/>
              <a:defRPr sz="2646">
                <a:solidFill>
                  <a:schemeClr val="tx1"/>
                </a:solidFill>
              </a:defRPr>
            </a:lvl1pPr>
            <a:lvl2pPr marL="503972" indent="0">
              <a:buNone/>
              <a:defRPr sz="2205">
                <a:solidFill>
                  <a:schemeClr val="tx1">
                    <a:tint val="75000"/>
                  </a:schemeClr>
                </a:solidFill>
              </a:defRPr>
            </a:lvl2pPr>
            <a:lvl3pPr marL="1007943" indent="0">
              <a:buNone/>
              <a:defRPr sz="1984">
                <a:solidFill>
                  <a:schemeClr val="tx1">
                    <a:tint val="75000"/>
                  </a:schemeClr>
                </a:solidFill>
              </a:defRPr>
            </a:lvl3pPr>
            <a:lvl4pPr marL="1511915" indent="0">
              <a:buNone/>
              <a:defRPr sz="1764">
                <a:solidFill>
                  <a:schemeClr val="tx1">
                    <a:tint val="75000"/>
                  </a:schemeClr>
                </a:solidFill>
              </a:defRPr>
            </a:lvl4pPr>
            <a:lvl5pPr marL="2015886" indent="0">
              <a:buNone/>
              <a:defRPr sz="1764">
                <a:solidFill>
                  <a:schemeClr val="tx1">
                    <a:tint val="75000"/>
                  </a:schemeClr>
                </a:solidFill>
              </a:defRPr>
            </a:lvl5pPr>
            <a:lvl6pPr marL="2519858" indent="0">
              <a:buNone/>
              <a:defRPr sz="1764">
                <a:solidFill>
                  <a:schemeClr val="tx1">
                    <a:tint val="75000"/>
                  </a:schemeClr>
                </a:solidFill>
              </a:defRPr>
            </a:lvl6pPr>
            <a:lvl7pPr marL="3023829" indent="0">
              <a:buNone/>
              <a:defRPr sz="1764">
                <a:solidFill>
                  <a:schemeClr val="tx1">
                    <a:tint val="75000"/>
                  </a:schemeClr>
                </a:solidFill>
              </a:defRPr>
            </a:lvl7pPr>
            <a:lvl8pPr marL="3527801" indent="0">
              <a:buNone/>
              <a:defRPr sz="1764">
                <a:solidFill>
                  <a:schemeClr val="tx1">
                    <a:tint val="75000"/>
                  </a:schemeClr>
                </a:solidFill>
              </a:defRPr>
            </a:lvl8pPr>
            <a:lvl9pPr marL="4031772" indent="0">
              <a:buNone/>
              <a:defRPr sz="1764">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70A6C74-4339-4F4A-A411-E9E7DAC79723}" type="datetimeFigureOut">
              <a:rPr lang="en-GB" smtClean="0"/>
              <a:t>24/09/2026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23837854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35062" y="2012414"/>
            <a:ext cx="4544021" cy="47965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412730" y="2012414"/>
            <a:ext cx="4544021" cy="479654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70A6C74-4339-4F4A-A411-E9E7DAC79723}" type="datetimeFigureOut">
              <a:rPr lang="en-GB" smtClean="0"/>
              <a:t>24/09/2026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37527606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36455" y="402484"/>
            <a:ext cx="9221689" cy="1461188"/>
          </a:xfrm>
        </p:spPr>
        <p:txBody>
          <a:bodyPr/>
          <a:lstStyle/>
          <a:p>
            <a:r>
              <a:rPr lang="en-US"/>
              <a:t>Click to edit Master title style</a:t>
            </a:r>
          </a:p>
        </p:txBody>
      </p:sp>
      <p:sp>
        <p:nvSpPr>
          <p:cNvPr id="3" name="Text Placeholder 2"/>
          <p:cNvSpPr>
            <a:spLocks noGrp="1"/>
          </p:cNvSpPr>
          <p:nvPr>
            <p:ph type="body" idx="1"/>
          </p:nvPr>
        </p:nvSpPr>
        <p:spPr>
          <a:xfrm>
            <a:off x="736456" y="1853171"/>
            <a:ext cx="4523137"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Edit Master text styles</a:t>
            </a:r>
          </a:p>
        </p:txBody>
      </p:sp>
      <p:sp>
        <p:nvSpPr>
          <p:cNvPr id="4" name="Content Placeholder 3"/>
          <p:cNvSpPr>
            <a:spLocks noGrp="1"/>
          </p:cNvSpPr>
          <p:nvPr>
            <p:ph sz="half" idx="2"/>
          </p:nvPr>
        </p:nvSpPr>
        <p:spPr>
          <a:xfrm>
            <a:off x="736456" y="2761381"/>
            <a:ext cx="4523137" cy="40615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412731" y="1853171"/>
            <a:ext cx="4545413" cy="908210"/>
          </a:xfrm>
        </p:spPr>
        <p:txBody>
          <a:bodyPr anchor="b"/>
          <a:lstStyle>
            <a:lvl1pPr marL="0" indent="0">
              <a:buNone/>
              <a:defRPr sz="2646" b="1"/>
            </a:lvl1pPr>
            <a:lvl2pPr marL="503972" indent="0">
              <a:buNone/>
              <a:defRPr sz="2205" b="1"/>
            </a:lvl2pPr>
            <a:lvl3pPr marL="1007943" indent="0">
              <a:buNone/>
              <a:defRPr sz="1984" b="1"/>
            </a:lvl3pPr>
            <a:lvl4pPr marL="1511915" indent="0">
              <a:buNone/>
              <a:defRPr sz="1764" b="1"/>
            </a:lvl4pPr>
            <a:lvl5pPr marL="2015886" indent="0">
              <a:buNone/>
              <a:defRPr sz="1764" b="1"/>
            </a:lvl5pPr>
            <a:lvl6pPr marL="2519858" indent="0">
              <a:buNone/>
              <a:defRPr sz="1764" b="1"/>
            </a:lvl6pPr>
            <a:lvl7pPr marL="3023829" indent="0">
              <a:buNone/>
              <a:defRPr sz="1764" b="1"/>
            </a:lvl7pPr>
            <a:lvl8pPr marL="3527801" indent="0">
              <a:buNone/>
              <a:defRPr sz="1764" b="1"/>
            </a:lvl8pPr>
            <a:lvl9pPr marL="4031772" indent="0">
              <a:buNone/>
              <a:defRPr sz="1764" b="1"/>
            </a:lvl9pPr>
          </a:lstStyle>
          <a:p>
            <a:pPr lvl="0"/>
            <a:r>
              <a:rPr lang="en-US"/>
              <a:t>Edit Master text styles</a:t>
            </a:r>
          </a:p>
        </p:txBody>
      </p:sp>
      <p:sp>
        <p:nvSpPr>
          <p:cNvPr id="6" name="Content Placeholder 5"/>
          <p:cNvSpPr>
            <a:spLocks noGrp="1"/>
          </p:cNvSpPr>
          <p:nvPr>
            <p:ph sz="quarter" idx="4"/>
          </p:nvPr>
        </p:nvSpPr>
        <p:spPr>
          <a:xfrm>
            <a:off x="5412731" y="2761381"/>
            <a:ext cx="4545413" cy="40615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70A6C74-4339-4F4A-A411-E9E7DAC79723}" type="datetimeFigureOut">
              <a:rPr lang="en-GB" smtClean="0"/>
              <a:t>24/09/2026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2653506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70A6C74-4339-4F4A-A411-E9E7DAC79723}" type="datetimeFigureOut">
              <a:rPr lang="en-GB" smtClean="0"/>
              <a:t>24/09/2026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3008021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70A6C74-4339-4F4A-A411-E9E7DAC79723}" type="datetimeFigureOut">
              <a:rPr lang="en-GB" smtClean="0"/>
              <a:t>24/09/2026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2279745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en-US"/>
              <a:t>Click to edit Master title style</a:t>
            </a:r>
          </a:p>
        </p:txBody>
      </p:sp>
      <p:sp>
        <p:nvSpPr>
          <p:cNvPr id="3" name="Content Placeholder 2"/>
          <p:cNvSpPr>
            <a:spLocks noGrp="1"/>
          </p:cNvSpPr>
          <p:nvPr>
            <p:ph idx="1"/>
          </p:nvPr>
        </p:nvSpPr>
        <p:spPr>
          <a:xfrm>
            <a:off x="4545413" y="1088455"/>
            <a:ext cx="5412730" cy="5372269"/>
          </a:xfrm>
        </p:spPr>
        <p:txBody>
          <a:bodyPr/>
          <a:lstStyle>
            <a:lvl1pPr>
              <a:defRPr sz="3527"/>
            </a:lvl1pPr>
            <a:lvl2pPr>
              <a:defRPr sz="3086"/>
            </a:lvl2pPr>
            <a:lvl3pPr>
              <a:defRPr sz="2646"/>
            </a:lvl3pPr>
            <a:lvl4pPr>
              <a:defRPr sz="2205"/>
            </a:lvl4pPr>
            <a:lvl5pPr>
              <a:defRPr sz="2205"/>
            </a:lvl5pPr>
            <a:lvl6pPr>
              <a:defRPr sz="2205"/>
            </a:lvl6pPr>
            <a:lvl7pPr>
              <a:defRPr sz="2205"/>
            </a:lvl7pPr>
            <a:lvl8pPr>
              <a:defRPr sz="2205"/>
            </a:lvl8pPr>
            <a:lvl9pPr>
              <a:defRPr sz="2205"/>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Edit Master text styles</a:t>
            </a:r>
          </a:p>
        </p:txBody>
      </p:sp>
      <p:sp>
        <p:nvSpPr>
          <p:cNvPr id="5" name="Date Placeholder 4"/>
          <p:cNvSpPr>
            <a:spLocks noGrp="1"/>
          </p:cNvSpPr>
          <p:nvPr>
            <p:ph type="dt" sz="half" idx="10"/>
          </p:nvPr>
        </p:nvSpPr>
        <p:spPr/>
        <p:txBody>
          <a:bodyPr/>
          <a:lstStyle/>
          <a:p>
            <a:fld id="{670A6C74-4339-4F4A-A411-E9E7DAC79723}" type="datetimeFigureOut">
              <a:rPr lang="en-GB" smtClean="0"/>
              <a:t>24/09/2026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3164571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36455" y="503978"/>
            <a:ext cx="3448388" cy="1763924"/>
          </a:xfrm>
        </p:spPr>
        <p:txBody>
          <a:bodyPr anchor="b"/>
          <a:lstStyle>
            <a:lvl1pPr>
              <a:defRPr sz="3527"/>
            </a:lvl1pPr>
          </a:lstStyle>
          <a:p>
            <a:r>
              <a:rPr lang="en-US"/>
              <a:t>Click to edit Master title style</a:t>
            </a:r>
          </a:p>
        </p:txBody>
      </p:sp>
      <p:sp>
        <p:nvSpPr>
          <p:cNvPr id="3" name="Picture Placeholder 2"/>
          <p:cNvSpPr>
            <a:spLocks noGrp="1" noChangeAspect="1"/>
          </p:cNvSpPr>
          <p:nvPr>
            <p:ph type="pic" idx="1"/>
          </p:nvPr>
        </p:nvSpPr>
        <p:spPr>
          <a:xfrm>
            <a:off x="4545413" y="1088455"/>
            <a:ext cx="5412730" cy="5372269"/>
          </a:xfrm>
        </p:spPr>
        <p:txBody>
          <a:bodyPr anchor="t"/>
          <a:lstStyle>
            <a:lvl1pPr marL="0" indent="0">
              <a:buNone/>
              <a:defRPr sz="3527"/>
            </a:lvl1pPr>
            <a:lvl2pPr marL="503972" indent="0">
              <a:buNone/>
              <a:defRPr sz="3086"/>
            </a:lvl2pPr>
            <a:lvl3pPr marL="1007943" indent="0">
              <a:buNone/>
              <a:defRPr sz="2646"/>
            </a:lvl3pPr>
            <a:lvl4pPr marL="1511915" indent="0">
              <a:buNone/>
              <a:defRPr sz="2205"/>
            </a:lvl4pPr>
            <a:lvl5pPr marL="2015886" indent="0">
              <a:buNone/>
              <a:defRPr sz="2205"/>
            </a:lvl5pPr>
            <a:lvl6pPr marL="2519858" indent="0">
              <a:buNone/>
              <a:defRPr sz="2205"/>
            </a:lvl6pPr>
            <a:lvl7pPr marL="3023829" indent="0">
              <a:buNone/>
              <a:defRPr sz="2205"/>
            </a:lvl7pPr>
            <a:lvl8pPr marL="3527801" indent="0">
              <a:buNone/>
              <a:defRPr sz="2205"/>
            </a:lvl8pPr>
            <a:lvl9pPr marL="4031772" indent="0">
              <a:buNone/>
              <a:defRPr sz="2205"/>
            </a:lvl9pPr>
          </a:lstStyle>
          <a:p>
            <a:r>
              <a:rPr lang="en-US"/>
              <a:t>Click icon to add picture</a:t>
            </a:r>
          </a:p>
        </p:txBody>
      </p:sp>
      <p:sp>
        <p:nvSpPr>
          <p:cNvPr id="4" name="Text Placeholder 3"/>
          <p:cNvSpPr>
            <a:spLocks noGrp="1"/>
          </p:cNvSpPr>
          <p:nvPr>
            <p:ph type="body" sz="half" idx="2"/>
          </p:nvPr>
        </p:nvSpPr>
        <p:spPr>
          <a:xfrm>
            <a:off x="736455" y="2267902"/>
            <a:ext cx="3448388" cy="4201570"/>
          </a:xfrm>
        </p:spPr>
        <p:txBody>
          <a:bodyPr/>
          <a:lstStyle>
            <a:lvl1pPr marL="0" indent="0">
              <a:buNone/>
              <a:defRPr sz="1764"/>
            </a:lvl1pPr>
            <a:lvl2pPr marL="503972" indent="0">
              <a:buNone/>
              <a:defRPr sz="1543"/>
            </a:lvl2pPr>
            <a:lvl3pPr marL="1007943" indent="0">
              <a:buNone/>
              <a:defRPr sz="1323"/>
            </a:lvl3pPr>
            <a:lvl4pPr marL="1511915" indent="0">
              <a:buNone/>
              <a:defRPr sz="1102"/>
            </a:lvl4pPr>
            <a:lvl5pPr marL="2015886" indent="0">
              <a:buNone/>
              <a:defRPr sz="1102"/>
            </a:lvl5pPr>
            <a:lvl6pPr marL="2519858" indent="0">
              <a:buNone/>
              <a:defRPr sz="1102"/>
            </a:lvl6pPr>
            <a:lvl7pPr marL="3023829" indent="0">
              <a:buNone/>
              <a:defRPr sz="1102"/>
            </a:lvl7pPr>
            <a:lvl8pPr marL="3527801" indent="0">
              <a:buNone/>
              <a:defRPr sz="1102"/>
            </a:lvl8pPr>
            <a:lvl9pPr marL="4031772" indent="0">
              <a:buNone/>
              <a:defRPr sz="1102"/>
            </a:lvl9pPr>
          </a:lstStyle>
          <a:p>
            <a:pPr lvl="0"/>
            <a:r>
              <a:rPr lang="en-US"/>
              <a:t>Edit Master text styles</a:t>
            </a:r>
          </a:p>
        </p:txBody>
      </p:sp>
      <p:sp>
        <p:nvSpPr>
          <p:cNvPr id="5" name="Date Placeholder 4"/>
          <p:cNvSpPr>
            <a:spLocks noGrp="1"/>
          </p:cNvSpPr>
          <p:nvPr>
            <p:ph type="dt" sz="half" idx="10"/>
          </p:nvPr>
        </p:nvSpPr>
        <p:spPr/>
        <p:txBody>
          <a:bodyPr/>
          <a:lstStyle/>
          <a:p>
            <a:fld id="{670A6C74-4339-4F4A-A411-E9E7DAC79723}" type="datetimeFigureOut">
              <a:rPr lang="en-GB" smtClean="0"/>
              <a:t>24/09/2026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654829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A6C74-4339-4F4A-A411-E9E7DAC79723}" type="datetimeFigureOut">
              <a:rPr lang="en-GB" smtClean="0"/>
              <a:t>24/09/2026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3296198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51329" y="402483"/>
            <a:ext cx="2305422" cy="64064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35063" y="402483"/>
            <a:ext cx="6782619" cy="64064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70A6C74-4339-4F4A-A411-E9E7DAC79723}" type="datetimeFigureOut">
              <a:rPr lang="en-GB" smtClean="0"/>
              <a:t>24/09/2026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D66676D-D5C5-459E-91A7-E40A0B9C9375}" type="slidenum">
              <a:rPr lang="en-GB" smtClean="0"/>
              <a:t>‹#›</a:t>
            </a:fld>
            <a:endParaRPr lang="en-GB"/>
          </a:p>
        </p:txBody>
      </p:sp>
    </p:spTree>
    <p:extLst>
      <p:ext uri="{BB962C8B-B14F-4D97-AF65-F5344CB8AC3E}">
        <p14:creationId xmlns:p14="http://schemas.microsoft.com/office/powerpoint/2010/main" val="3461778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35062" y="402484"/>
            <a:ext cx="9221689" cy="1461188"/>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735062" y="2012414"/>
            <a:ext cx="9221689" cy="479654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35062" y="7006700"/>
            <a:ext cx="2405658" cy="402483"/>
          </a:xfrm>
          <a:prstGeom prst="rect">
            <a:avLst/>
          </a:prstGeom>
        </p:spPr>
        <p:txBody>
          <a:bodyPr vert="horz" lIns="91440" tIns="45720" rIns="91440" bIns="45720" rtlCol="0" anchor="ctr"/>
          <a:lstStyle>
            <a:lvl1pPr algn="l">
              <a:defRPr sz="1323">
                <a:solidFill>
                  <a:schemeClr val="tx1">
                    <a:tint val="75000"/>
                  </a:schemeClr>
                </a:solidFill>
              </a:defRPr>
            </a:lvl1pPr>
          </a:lstStyle>
          <a:p>
            <a:fld id="{670A6C74-4339-4F4A-A411-E9E7DAC79723}" type="datetimeFigureOut">
              <a:rPr lang="en-GB" smtClean="0"/>
              <a:t>24/09/2026</a:t>
            </a:fld>
            <a:endParaRPr lang="en-GB"/>
          </a:p>
        </p:txBody>
      </p:sp>
      <p:sp>
        <p:nvSpPr>
          <p:cNvPr id="5" name="Footer Placeholder 4"/>
          <p:cNvSpPr>
            <a:spLocks noGrp="1"/>
          </p:cNvSpPr>
          <p:nvPr>
            <p:ph type="ftr" sz="quarter" idx="3"/>
          </p:nvPr>
        </p:nvSpPr>
        <p:spPr>
          <a:xfrm>
            <a:off x="3541663" y="7006700"/>
            <a:ext cx="3608487" cy="402483"/>
          </a:xfrm>
          <a:prstGeom prst="rect">
            <a:avLst/>
          </a:prstGeom>
        </p:spPr>
        <p:txBody>
          <a:bodyPr vert="horz" lIns="91440" tIns="45720" rIns="91440" bIns="45720" rtlCol="0" anchor="ctr"/>
          <a:lstStyle>
            <a:lvl1pPr algn="ctr">
              <a:defRPr sz="1323">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7551093" y="7006700"/>
            <a:ext cx="2405658" cy="402483"/>
          </a:xfrm>
          <a:prstGeom prst="rect">
            <a:avLst/>
          </a:prstGeom>
        </p:spPr>
        <p:txBody>
          <a:bodyPr vert="horz" lIns="91440" tIns="45720" rIns="91440" bIns="45720" rtlCol="0" anchor="ctr"/>
          <a:lstStyle>
            <a:lvl1pPr algn="r">
              <a:defRPr sz="1323">
                <a:solidFill>
                  <a:schemeClr val="tx1">
                    <a:tint val="75000"/>
                  </a:schemeClr>
                </a:solidFill>
              </a:defRPr>
            </a:lvl1pPr>
          </a:lstStyle>
          <a:p>
            <a:fld id="{9D66676D-D5C5-459E-91A7-E40A0B9C9375}" type="slidenum">
              <a:rPr lang="en-GB" smtClean="0"/>
              <a:t>‹#›</a:t>
            </a:fld>
            <a:endParaRPr lang="en-GB"/>
          </a:p>
        </p:txBody>
      </p:sp>
    </p:spTree>
    <p:extLst>
      <p:ext uri="{BB962C8B-B14F-4D97-AF65-F5344CB8AC3E}">
        <p14:creationId xmlns:p14="http://schemas.microsoft.com/office/powerpoint/2010/main" val="191839902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007943" rtl="0" eaLnBrk="1" latinLnBrk="0" hangingPunct="1">
        <a:lnSpc>
          <a:spcPct val="90000"/>
        </a:lnSpc>
        <a:spcBef>
          <a:spcPct val="0"/>
        </a:spcBef>
        <a:buNone/>
        <a:defRPr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0" hangingPunct="1">
        <a:defRPr sz="1984" kern="1200">
          <a:solidFill>
            <a:schemeClr val="tx1"/>
          </a:solidFill>
          <a:latin typeface="+mn-lt"/>
          <a:ea typeface="+mn-ea"/>
          <a:cs typeface="+mn-cs"/>
        </a:defRPr>
      </a:lvl1pPr>
      <a:lvl2pPr marL="503972" algn="l" defTabSz="1007943" rtl="0" eaLnBrk="1" latinLnBrk="0" hangingPunct="1">
        <a:defRPr sz="1984" kern="1200">
          <a:solidFill>
            <a:schemeClr val="tx1"/>
          </a:solidFill>
          <a:latin typeface="+mn-lt"/>
          <a:ea typeface="+mn-ea"/>
          <a:cs typeface="+mn-cs"/>
        </a:defRPr>
      </a:lvl2pPr>
      <a:lvl3pPr marL="1007943" algn="l" defTabSz="1007943" rtl="0" eaLnBrk="1" latinLnBrk="0" hangingPunct="1">
        <a:defRPr sz="1984" kern="1200">
          <a:solidFill>
            <a:schemeClr val="tx1"/>
          </a:solidFill>
          <a:latin typeface="+mn-lt"/>
          <a:ea typeface="+mn-ea"/>
          <a:cs typeface="+mn-cs"/>
        </a:defRPr>
      </a:lvl3pPr>
      <a:lvl4pPr marL="1511915" algn="l" defTabSz="1007943" rtl="0" eaLnBrk="1" latinLnBrk="0" hangingPunct="1">
        <a:defRPr sz="1984" kern="1200">
          <a:solidFill>
            <a:schemeClr val="tx1"/>
          </a:solidFill>
          <a:latin typeface="+mn-lt"/>
          <a:ea typeface="+mn-ea"/>
          <a:cs typeface="+mn-cs"/>
        </a:defRPr>
      </a:lvl4pPr>
      <a:lvl5pPr marL="2015886" algn="l" defTabSz="1007943" rtl="0" eaLnBrk="1" latinLnBrk="0" hangingPunct="1">
        <a:defRPr sz="1984" kern="1200">
          <a:solidFill>
            <a:schemeClr val="tx1"/>
          </a:solidFill>
          <a:latin typeface="+mn-lt"/>
          <a:ea typeface="+mn-ea"/>
          <a:cs typeface="+mn-cs"/>
        </a:defRPr>
      </a:lvl5pPr>
      <a:lvl6pPr marL="2519858" algn="l" defTabSz="1007943" rtl="0" eaLnBrk="1" latinLnBrk="0" hangingPunct="1">
        <a:defRPr sz="1984" kern="1200">
          <a:solidFill>
            <a:schemeClr val="tx1"/>
          </a:solidFill>
          <a:latin typeface="+mn-lt"/>
          <a:ea typeface="+mn-ea"/>
          <a:cs typeface="+mn-cs"/>
        </a:defRPr>
      </a:lvl6pPr>
      <a:lvl7pPr marL="3023829" algn="l" defTabSz="1007943" rtl="0" eaLnBrk="1" latinLnBrk="0" hangingPunct="1">
        <a:defRPr sz="1984" kern="1200">
          <a:solidFill>
            <a:schemeClr val="tx1"/>
          </a:solidFill>
          <a:latin typeface="+mn-lt"/>
          <a:ea typeface="+mn-ea"/>
          <a:cs typeface="+mn-cs"/>
        </a:defRPr>
      </a:lvl7pPr>
      <a:lvl8pPr marL="3527801" algn="l" defTabSz="1007943" rtl="0" eaLnBrk="1" latinLnBrk="0" hangingPunct="1">
        <a:defRPr sz="1984" kern="1200">
          <a:solidFill>
            <a:schemeClr val="tx1"/>
          </a:solidFill>
          <a:latin typeface="+mn-lt"/>
          <a:ea typeface="+mn-ea"/>
          <a:cs typeface="+mn-cs"/>
        </a:defRPr>
      </a:lvl8pPr>
      <a:lvl9pPr marL="4031772" algn="l" defTabSz="1007943" rtl="0" eaLnBrk="1" latinLnBrk="0" hangingPunct="1">
        <a:defRPr sz="198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emf"/><Relationship Id="rId7" Type="http://schemas.openxmlformats.org/officeDocument/2006/relationships/image" Target="../media/image6.emf"/><Relationship Id="rId2"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03392-8840-09B7-1CD6-A89546EFF5E5}"/>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E8668A51-47D4-163B-1778-13490001E117}"/>
              </a:ext>
            </a:extLst>
          </p:cNvPr>
          <p:cNvSpPr/>
          <p:nvPr/>
        </p:nvSpPr>
        <p:spPr>
          <a:xfrm>
            <a:off x="55659" y="63610"/>
            <a:ext cx="10567284" cy="7434470"/>
          </a:xfrm>
          <a:prstGeom prst="rect">
            <a:avLst/>
          </a:prstGeom>
          <a:noFill/>
          <a:ln w="28575">
            <a:solidFill>
              <a:srgbClr val="33ABD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B6833519-F77F-AD96-8553-5ECC7D77056D}"/>
              </a:ext>
            </a:extLst>
          </p:cNvPr>
          <p:cNvSpPr/>
          <p:nvPr/>
        </p:nvSpPr>
        <p:spPr>
          <a:xfrm>
            <a:off x="140948" y="148898"/>
            <a:ext cx="10404013" cy="7266969"/>
          </a:xfrm>
          <a:prstGeom prst="rect">
            <a:avLst/>
          </a:prstGeom>
          <a:noFill/>
          <a:ln w="28575">
            <a:solidFill>
              <a:srgbClr val="F77C2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id="{6415C7A1-F006-B55A-043D-15ADECCF3EC3}"/>
              </a:ext>
            </a:extLst>
          </p:cNvPr>
          <p:cNvSpPr/>
          <p:nvPr/>
        </p:nvSpPr>
        <p:spPr>
          <a:xfrm>
            <a:off x="226238" y="272218"/>
            <a:ext cx="10209668" cy="7034593"/>
          </a:xfrm>
          <a:prstGeom prst="rect">
            <a:avLst/>
          </a:prstGeom>
          <a:noFill/>
          <a:ln w="28575">
            <a:solidFill>
              <a:srgbClr val="87C65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id="{35A0BA9A-3A62-AA4A-E12B-C3259D0D21E1}"/>
              </a:ext>
            </a:extLst>
          </p:cNvPr>
          <p:cNvSpPr/>
          <p:nvPr/>
        </p:nvSpPr>
        <p:spPr>
          <a:xfrm>
            <a:off x="319916" y="326138"/>
            <a:ext cx="10015321" cy="6848637"/>
          </a:xfrm>
          <a:prstGeom prst="rect">
            <a:avLst/>
          </a:prstGeom>
          <a:noFill/>
          <a:ln w="28575">
            <a:solidFill>
              <a:srgbClr val="D8348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8B4A8E65-68AB-1DBA-FEB8-10B749E4848A}"/>
              </a:ext>
            </a:extLst>
          </p:cNvPr>
          <p:cNvSpPr txBox="1"/>
          <p:nvPr/>
        </p:nvSpPr>
        <p:spPr>
          <a:xfrm>
            <a:off x="2813342" y="1234538"/>
            <a:ext cx="4750093" cy="707886"/>
          </a:xfrm>
          <a:prstGeom prst="rect">
            <a:avLst/>
          </a:prstGeom>
          <a:noFill/>
        </p:spPr>
        <p:txBody>
          <a:bodyPr wrap="square" rtlCol="0" anchor="t">
            <a:spAutoFit/>
          </a:bodyPr>
          <a:lstStyle/>
          <a:p>
            <a:pPr algn="ctr"/>
            <a:r>
              <a:rPr lang="en-GB" sz="4000" b="1" dirty="0">
                <a:solidFill>
                  <a:schemeClr val="accent2"/>
                </a:solidFill>
                <a:latin typeface="Sassoon Infant Rg"/>
                <a:ea typeface="Sassoon Infant Rg" panose="02000503030000020003" pitchFamily="2" charset="0"/>
              </a:rPr>
              <a:t>Child Name</a:t>
            </a:r>
          </a:p>
        </p:txBody>
      </p:sp>
      <p:sp>
        <p:nvSpPr>
          <p:cNvPr id="24" name="TextBox 23">
            <a:extLst>
              <a:ext uri="{FF2B5EF4-FFF2-40B4-BE49-F238E27FC236}">
                <a16:creationId xmlns:a16="http://schemas.microsoft.com/office/drawing/2014/main" id="{08FB0BB2-6DD7-4A9B-41DB-F1B4857E9D5C}"/>
              </a:ext>
            </a:extLst>
          </p:cNvPr>
          <p:cNvSpPr txBox="1"/>
          <p:nvPr/>
        </p:nvSpPr>
        <p:spPr>
          <a:xfrm>
            <a:off x="554392" y="4462963"/>
            <a:ext cx="9353725" cy="830997"/>
          </a:xfrm>
          <a:prstGeom prst="rect">
            <a:avLst/>
          </a:prstGeom>
          <a:noFill/>
        </p:spPr>
        <p:txBody>
          <a:bodyPr wrap="square" rtlCol="0">
            <a:spAutoFit/>
          </a:bodyPr>
          <a:lstStyle/>
          <a:p>
            <a:pPr algn="ctr"/>
            <a:r>
              <a:rPr lang="en-GB" sz="2400" dirty="0">
                <a:latin typeface="Sassoon Infant Rg" panose="02000503030000020003" pitchFamily="2" charset="0"/>
                <a:ea typeface="Sassoon Infant Rg" panose="02000503030000020003" pitchFamily="2" charset="0"/>
              </a:rPr>
              <a:t>We wanted to take this opportunity to share this moment in your learning journey at Wallscourt Farm Academy.</a:t>
            </a:r>
          </a:p>
        </p:txBody>
      </p:sp>
      <p:sp>
        <p:nvSpPr>
          <p:cNvPr id="25" name="TextBox 24">
            <a:extLst>
              <a:ext uri="{FF2B5EF4-FFF2-40B4-BE49-F238E27FC236}">
                <a16:creationId xmlns:a16="http://schemas.microsoft.com/office/drawing/2014/main" id="{3FD6FDBC-E736-05C3-363E-97641ABFF671}"/>
              </a:ext>
            </a:extLst>
          </p:cNvPr>
          <p:cNvSpPr txBox="1"/>
          <p:nvPr/>
        </p:nvSpPr>
        <p:spPr>
          <a:xfrm>
            <a:off x="3882453" y="5343044"/>
            <a:ext cx="3213110" cy="584775"/>
          </a:xfrm>
          <a:prstGeom prst="rect">
            <a:avLst/>
          </a:prstGeom>
          <a:noFill/>
        </p:spPr>
        <p:txBody>
          <a:bodyPr wrap="square" rtlCol="0">
            <a:spAutoFit/>
          </a:bodyPr>
          <a:lstStyle/>
          <a:p>
            <a:r>
              <a:rPr lang="en-GB" sz="3200">
                <a:latin typeface="Sassoon Infant Rg" panose="02000503030000020003" pitchFamily="2" charset="0"/>
                <a:ea typeface="Sassoon Infant Rg" panose="02000503030000020003" pitchFamily="2" charset="0"/>
              </a:rPr>
              <a:t>Congratulations!</a:t>
            </a:r>
          </a:p>
        </p:txBody>
      </p:sp>
      <p:sp>
        <p:nvSpPr>
          <p:cNvPr id="28" name="Rectangle 27">
            <a:extLst>
              <a:ext uri="{FF2B5EF4-FFF2-40B4-BE49-F238E27FC236}">
                <a16:creationId xmlns:a16="http://schemas.microsoft.com/office/drawing/2014/main" id="{EC87E9C0-C77C-E4F5-22DF-4CC0204BA5C6}"/>
              </a:ext>
            </a:extLst>
          </p:cNvPr>
          <p:cNvSpPr/>
          <p:nvPr/>
        </p:nvSpPr>
        <p:spPr>
          <a:xfrm>
            <a:off x="7147799" y="6341994"/>
            <a:ext cx="831273" cy="16157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1" name="Picture 30">
            <a:extLst>
              <a:ext uri="{FF2B5EF4-FFF2-40B4-BE49-F238E27FC236}">
                <a16:creationId xmlns:a16="http://schemas.microsoft.com/office/drawing/2014/main" id="{D70A6FD4-C249-7123-960D-D3B46037A5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16762" y="376283"/>
            <a:ext cx="1932543" cy="889987"/>
          </a:xfrm>
          <a:prstGeom prst="rect">
            <a:avLst/>
          </a:prstGeom>
        </p:spPr>
      </p:pic>
      <p:pic>
        <p:nvPicPr>
          <p:cNvPr id="6" name="Picture 5">
            <a:extLst>
              <a:ext uri="{FF2B5EF4-FFF2-40B4-BE49-F238E27FC236}">
                <a16:creationId xmlns:a16="http://schemas.microsoft.com/office/drawing/2014/main" id="{A49CF3AC-3303-37DA-DAED-D2CD765FA4C3}"/>
              </a:ext>
            </a:extLst>
          </p:cNvPr>
          <p:cNvPicPr>
            <a:picLocks noChangeAspect="1"/>
          </p:cNvPicPr>
          <p:nvPr/>
        </p:nvPicPr>
        <p:blipFill>
          <a:blip r:embed="rId3"/>
          <a:stretch>
            <a:fillRect/>
          </a:stretch>
        </p:blipFill>
        <p:spPr>
          <a:xfrm rot="5400000">
            <a:off x="1083623" y="-350759"/>
            <a:ext cx="1160369" cy="2586074"/>
          </a:xfrm>
          <a:prstGeom prst="rect">
            <a:avLst/>
          </a:prstGeom>
        </p:spPr>
      </p:pic>
      <p:pic>
        <p:nvPicPr>
          <p:cNvPr id="10" name="Picture 9">
            <a:extLst>
              <a:ext uri="{FF2B5EF4-FFF2-40B4-BE49-F238E27FC236}">
                <a16:creationId xmlns:a16="http://schemas.microsoft.com/office/drawing/2014/main" id="{EA0E4784-FCCA-C5B0-1E86-4A24B9A644F6}"/>
              </a:ext>
            </a:extLst>
          </p:cNvPr>
          <p:cNvPicPr>
            <a:picLocks noChangeAspect="1"/>
          </p:cNvPicPr>
          <p:nvPr/>
        </p:nvPicPr>
        <p:blipFill>
          <a:blip r:embed="rId4"/>
          <a:stretch>
            <a:fillRect/>
          </a:stretch>
        </p:blipFill>
        <p:spPr>
          <a:xfrm>
            <a:off x="8668694" y="5167282"/>
            <a:ext cx="1518455" cy="1861364"/>
          </a:xfrm>
          <a:prstGeom prst="rect">
            <a:avLst/>
          </a:prstGeom>
        </p:spPr>
      </p:pic>
      <p:pic>
        <p:nvPicPr>
          <p:cNvPr id="11" name="Picture 10">
            <a:extLst>
              <a:ext uri="{FF2B5EF4-FFF2-40B4-BE49-F238E27FC236}">
                <a16:creationId xmlns:a16="http://schemas.microsoft.com/office/drawing/2014/main" id="{9E073B3B-721C-A863-78F1-8D042A6DE378}"/>
              </a:ext>
            </a:extLst>
          </p:cNvPr>
          <p:cNvPicPr>
            <a:picLocks noChangeAspect="1"/>
          </p:cNvPicPr>
          <p:nvPr/>
        </p:nvPicPr>
        <p:blipFill>
          <a:blip r:embed="rId5"/>
          <a:stretch>
            <a:fillRect/>
          </a:stretch>
        </p:blipFill>
        <p:spPr>
          <a:xfrm rot="5400000">
            <a:off x="1562938" y="4191879"/>
            <a:ext cx="970041" cy="3110099"/>
          </a:xfrm>
          <a:prstGeom prst="rect">
            <a:avLst/>
          </a:prstGeom>
        </p:spPr>
      </p:pic>
      <p:pic>
        <p:nvPicPr>
          <p:cNvPr id="12" name="Picture 11">
            <a:extLst>
              <a:ext uri="{FF2B5EF4-FFF2-40B4-BE49-F238E27FC236}">
                <a16:creationId xmlns:a16="http://schemas.microsoft.com/office/drawing/2014/main" id="{7EB2AB70-8C91-99F0-F728-5A3154B14562}"/>
              </a:ext>
            </a:extLst>
          </p:cNvPr>
          <p:cNvPicPr>
            <a:picLocks noChangeAspect="1"/>
          </p:cNvPicPr>
          <p:nvPr/>
        </p:nvPicPr>
        <p:blipFill>
          <a:blip r:embed="rId6"/>
          <a:stretch>
            <a:fillRect/>
          </a:stretch>
        </p:blipFill>
        <p:spPr>
          <a:xfrm rot="5400000">
            <a:off x="9089247" y="2896222"/>
            <a:ext cx="1249500" cy="1202075"/>
          </a:xfrm>
          <a:prstGeom prst="rect">
            <a:avLst/>
          </a:prstGeom>
        </p:spPr>
      </p:pic>
      <p:pic>
        <p:nvPicPr>
          <p:cNvPr id="13" name="Picture 12">
            <a:extLst>
              <a:ext uri="{FF2B5EF4-FFF2-40B4-BE49-F238E27FC236}">
                <a16:creationId xmlns:a16="http://schemas.microsoft.com/office/drawing/2014/main" id="{6ECEBD8D-E5FE-C65E-FF59-40506CB76CF5}"/>
              </a:ext>
            </a:extLst>
          </p:cNvPr>
          <p:cNvPicPr>
            <a:picLocks noChangeAspect="1"/>
          </p:cNvPicPr>
          <p:nvPr/>
        </p:nvPicPr>
        <p:blipFill>
          <a:blip r:embed="rId7"/>
          <a:stretch>
            <a:fillRect/>
          </a:stretch>
        </p:blipFill>
        <p:spPr>
          <a:xfrm rot="16200000">
            <a:off x="9391467" y="1320970"/>
            <a:ext cx="590301" cy="1001063"/>
          </a:xfrm>
          <a:prstGeom prst="rect">
            <a:avLst/>
          </a:prstGeom>
        </p:spPr>
      </p:pic>
      <p:sp>
        <p:nvSpPr>
          <p:cNvPr id="27" name="TextBox 1">
            <a:extLst>
              <a:ext uri="{FF2B5EF4-FFF2-40B4-BE49-F238E27FC236}">
                <a16:creationId xmlns:a16="http://schemas.microsoft.com/office/drawing/2014/main" id="{129450F1-96E8-CCD5-9BBC-92F2FB055D62}"/>
              </a:ext>
            </a:extLst>
          </p:cNvPr>
          <p:cNvSpPr txBox="1"/>
          <p:nvPr/>
        </p:nvSpPr>
        <p:spPr>
          <a:xfrm>
            <a:off x="678071" y="1966647"/>
            <a:ext cx="8759007" cy="2308324"/>
          </a:xfrm>
          <a:prstGeom prst="rect">
            <a:avLst/>
          </a:prstGeom>
          <a:noFill/>
        </p:spPr>
        <p:txBody>
          <a:bodyPr wrap="square" rtlCol="0" anchor="t">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GB" sz="2400" b="1" dirty="0">
                <a:solidFill>
                  <a:srgbClr val="0070C0"/>
                </a:solidFill>
                <a:latin typeface="Twinkl Cursive Looped" panose="02000000000000000000" pitchFamily="2" charset="77"/>
                <a:ea typeface="GelPenLight" panose="02000303000000000000" pitchFamily="2" charset="0"/>
              </a:rPr>
              <a:t>You have been chosen for </a:t>
            </a:r>
            <a:r>
              <a:rPr lang="en-GB" sz="2400" b="1" dirty="0">
                <a:solidFill>
                  <a:srgbClr val="0070C0"/>
                </a:solidFill>
                <a:latin typeface="Twinkl Cursive Looped" panose="02000000000000000000" pitchFamily="2" charset="77"/>
                <a:ea typeface="GELPENLIGHT" panose="02000303000000000000" pitchFamily="2" charset="0"/>
              </a:rPr>
              <a:t>Celebration Gathering today because [in this section we enter some specific details as to why this child is receiving the Celebration Gathering certificate this week. It would be fixed to details related to their dispositions for learning and perhaps related to some specific learning that they did. This will be written by the teacher.] </a:t>
            </a:r>
          </a:p>
        </p:txBody>
      </p:sp>
      <p:sp>
        <p:nvSpPr>
          <p:cNvPr id="2" name="TextBox 1">
            <a:extLst>
              <a:ext uri="{FF2B5EF4-FFF2-40B4-BE49-F238E27FC236}">
                <a16:creationId xmlns:a16="http://schemas.microsoft.com/office/drawing/2014/main" id="{335318CF-7F65-897B-397F-A2168E4A9F4A}"/>
              </a:ext>
            </a:extLst>
          </p:cNvPr>
          <p:cNvSpPr txBox="1"/>
          <p:nvPr/>
        </p:nvSpPr>
        <p:spPr>
          <a:xfrm>
            <a:off x="370770" y="6812200"/>
            <a:ext cx="615874" cy="307777"/>
          </a:xfrm>
          <a:prstGeom prst="rect">
            <a:avLst/>
          </a:prstGeom>
          <a:noFill/>
        </p:spPr>
        <p:txBody>
          <a:bodyPr wrap="none" rtlCol="0">
            <a:spAutoFit/>
          </a:bodyPr>
          <a:lstStyle/>
          <a:p>
            <a:r>
              <a:rPr lang="en-GB" sz="1400" dirty="0"/>
              <a:t>T1W3</a:t>
            </a:r>
          </a:p>
        </p:txBody>
      </p:sp>
      <p:sp>
        <p:nvSpPr>
          <p:cNvPr id="4" name="TextBox 3">
            <a:extLst>
              <a:ext uri="{FF2B5EF4-FFF2-40B4-BE49-F238E27FC236}">
                <a16:creationId xmlns:a16="http://schemas.microsoft.com/office/drawing/2014/main" id="{FFD4F07A-07E7-E472-3D18-BC183F5464C4}"/>
              </a:ext>
            </a:extLst>
          </p:cNvPr>
          <p:cNvSpPr txBox="1"/>
          <p:nvPr/>
        </p:nvSpPr>
        <p:spPr>
          <a:xfrm>
            <a:off x="8412928" y="679744"/>
            <a:ext cx="590098" cy="307777"/>
          </a:xfrm>
          <a:prstGeom prst="rect">
            <a:avLst/>
          </a:prstGeom>
          <a:noFill/>
        </p:spPr>
        <p:txBody>
          <a:bodyPr wrap="none" rtlCol="0">
            <a:spAutoFit/>
          </a:bodyPr>
          <a:lstStyle/>
          <a:p>
            <a:pPr algn="ctr"/>
            <a:r>
              <a:rPr lang="en-GB" sz="1400" b="1" dirty="0">
                <a:solidFill>
                  <a:schemeClr val="accent2"/>
                </a:solidFill>
              </a:rPr>
              <a:t>Hazel</a:t>
            </a:r>
          </a:p>
        </p:txBody>
      </p:sp>
      <p:sp>
        <p:nvSpPr>
          <p:cNvPr id="3" name="TextBox 2">
            <a:extLst>
              <a:ext uri="{FF2B5EF4-FFF2-40B4-BE49-F238E27FC236}">
                <a16:creationId xmlns:a16="http://schemas.microsoft.com/office/drawing/2014/main" id="{D15A3282-2827-22F0-B3F6-3F239DA92891}"/>
              </a:ext>
            </a:extLst>
          </p:cNvPr>
          <p:cNvSpPr txBox="1"/>
          <p:nvPr/>
        </p:nvSpPr>
        <p:spPr>
          <a:xfrm>
            <a:off x="2281487" y="6565979"/>
            <a:ext cx="6092177" cy="400110"/>
          </a:xfrm>
          <a:prstGeom prst="rect">
            <a:avLst/>
          </a:prstGeom>
          <a:noFill/>
        </p:spPr>
        <p:txBody>
          <a:bodyPr wrap="square" rtlCol="0">
            <a:spAutoFit/>
          </a:bodyPr>
          <a:lstStyle/>
          <a:p>
            <a:pPr algn="ctr"/>
            <a:r>
              <a:rPr lang="en-GB" sz="2000" dirty="0">
                <a:latin typeface="Sassoon Infant Rg" panose="02000503030000020003" pitchFamily="2" charset="0"/>
                <a:ea typeface="Sassoon Infant Rg" panose="02000503030000020003" pitchFamily="2" charset="0"/>
              </a:rPr>
              <a:t>Mr McLean, Mrs Savory and Mrs Cave</a:t>
            </a:r>
          </a:p>
        </p:txBody>
      </p:sp>
    </p:spTree>
    <p:extLst>
      <p:ext uri="{BB962C8B-B14F-4D97-AF65-F5344CB8AC3E}">
        <p14:creationId xmlns:p14="http://schemas.microsoft.com/office/powerpoint/2010/main" val="50314780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48fd07-94db-4308-8950-9cb0e230b958">
      <UserInfo>
        <DisplayName>Clare Karslake - WFA</DisplayName>
        <AccountId>14</AccountId>
        <AccountType/>
      </UserInfo>
    </SharedWithUsers>
    <MediaLengthInSeconds xmlns="9e6dd442-da5e-411e-833f-0fee7dcd7819" xsi:nil="true"/>
    <lcf76f155ced4ddcb4097134ff3c332f xmlns="9e6dd442-da5e-411e-833f-0fee7dcd7819">
      <Terms xmlns="http://schemas.microsoft.com/office/infopath/2007/PartnerControls"/>
    </lcf76f155ced4ddcb4097134ff3c332f>
    <TaxCatchAll xmlns="4848fd07-94db-4308-8950-9cb0e230b95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C71695694772F44B387615DF8DED97F" ma:contentTypeVersion="16" ma:contentTypeDescription="Create a new document." ma:contentTypeScope="" ma:versionID="6b988a150421d80c99f84aa2bfb3de38">
  <xsd:schema xmlns:xsd="http://www.w3.org/2001/XMLSchema" xmlns:xs="http://www.w3.org/2001/XMLSchema" xmlns:p="http://schemas.microsoft.com/office/2006/metadata/properties" xmlns:ns2="9e6dd442-da5e-411e-833f-0fee7dcd7819" xmlns:ns3="4848fd07-94db-4308-8950-9cb0e230b958" targetNamespace="http://schemas.microsoft.com/office/2006/metadata/properties" ma:root="true" ma:fieldsID="0840e1ae8104f568f88bbc0ee80d0ce2" ns2:_="" ns3:_="">
    <xsd:import namespace="9e6dd442-da5e-411e-833f-0fee7dcd7819"/>
    <xsd:import namespace="4848fd07-94db-4308-8950-9cb0e230b958"/>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DateTaken" minOccurs="0"/>
                <xsd:element ref="ns2:MediaLengthInSeconds" minOccurs="0"/>
                <xsd:element ref="ns2:MediaServiceLocatio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3:SharedWithUsers" minOccurs="0"/>
                <xsd:element ref="ns3:SharedWithDetail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e6dd442-da5e-411e-833f-0fee7dcd781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Location" ma:index="13" nillable="true" ma:displayName="Location" ma:indexed="true" ma:internalName="MediaServiceLocatio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08261e-ebf2-489e-9cf5-3c5ddf1ef556"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848fd07-94db-4308-8950-9cb0e230b95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90903c9d-9125-4551-886d-abbd3fd64318}" ma:internalName="TaxCatchAll" ma:showField="CatchAllData" ma:web="4848fd07-94db-4308-8950-9cb0e230b95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FC5D47C-1E26-405B-8C80-0E7A3C98D953}">
  <ds:schemaRefs>
    <ds:schemaRef ds:uri="http://purl.org/dc/terms/"/>
    <ds:schemaRef ds:uri="http://purl.org/dc/dcmitype/"/>
    <ds:schemaRef ds:uri="9e6dd442-da5e-411e-833f-0fee7dcd7819"/>
    <ds:schemaRef ds:uri="http://purl.org/dc/elements/1.1/"/>
    <ds:schemaRef ds:uri="http://schemas.microsoft.com/office/infopath/2007/PartnerControls"/>
    <ds:schemaRef ds:uri="http://schemas.microsoft.com/office/2006/documentManagement/types"/>
    <ds:schemaRef ds:uri="http://www.w3.org/XML/1998/namespace"/>
    <ds:schemaRef ds:uri="http://schemas.openxmlformats.org/package/2006/metadata/core-properties"/>
    <ds:schemaRef ds:uri="4848fd07-94db-4308-8950-9cb0e230b958"/>
    <ds:schemaRef ds:uri="http://schemas.microsoft.com/office/2006/metadata/properties"/>
  </ds:schemaRefs>
</ds:datastoreItem>
</file>

<file path=customXml/itemProps2.xml><?xml version="1.0" encoding="utf-8"?>
<ds:datastoreItem xmlns:ds="http://schemas.openxmlformats.org/officeDocument/2006/customXml" ds:itemID="{40ED3E2D-776C-46B3-A4DB-A7DEEF9A4056}">
  <ds:schemaRefs>
    <ds:schemaRef ds:uri="4848fd07-94db-4308-8950-9cb0e230b958"/>
    <ds:schemaRef ds:uri="9e6dd442-da5e-411e-833f-0fee7dcd781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C02876A-4DA2-4AE3-8C73-8C209CD4BAC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1886</TotalTime>
  <Words>96</Words>
  <Application>Microsoft Macintosh PowerPoint</Application>
  <PresentationFormat>Custom</PresentationFormat>
  <Paragraphs>7</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Calibri</vt:lpstr>
      <vt:lpstr>Calibri Light</vt:lpstr>
      <vt:lpstr>Sassoon Infant Rg</vt:lpstr>
      <vt:lpstr>Twinkl Cursive Looped</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CG certificates 24-25</dc:title>
  <dc:creator>innes mclean</dc:creator>
  <cp:lastModifiedBy>innes mclean</cp:lastModifiedBy>
  <cp:revision>3</cp:revision>
  <cp:lastPrinted>2026-09-25T05:57:11Z</cp:lastPrinted>
  <dcterms:created xsi:type="dcterms:W3CDTF">2016-06-13T18:16:23Z</dcterms:created>
  <dcterms:modified xsi:type="dcterms:W3CDTF">2026-09-25T06:01:03Z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0x010100AC71695694772F44B387615DF8DED97F</vt:lpwstr>
  </property>
  <property fmtid="{D5CDD505-2E9C-101B-9397-08002B2CF9AE}" pid="3" name="xd_ProgID">
    <vt:lpwstr/>
  </property>
  <property fmtid="{D5CDD505-2E9C-101B-9397-08002B2CF9AE}" pid="4" name="ComplianceAssetId">
    <vt:lpwstr/>
  </property>
  <property fmtid="{D5CDD505-2E9C-101B-9397-08002B2CF9AE}" pid="5" name="TemplateUrl">
    <vt:lpwstr/>
  </property>
  <property fmtid="{D5CDD505-2E9C-101B-9397-08002B2CF9AE}" pid="6" name="_ExtendedDescription">
    <vt:lpwstr/>
  </property>
  <property fmtid="{D5CDD505-2E9C-101B-9397-08002B2CF9AE}" pid="7" name="xd_Signature">
    <vt:bool>false</vt:bool>
  </property>
  <property fmtid="{D5CDD505-2E9C-101B-9397-08002B2CF9AE}" pid="8" name="MediaServiceImageTags">
    <vt:lpwstr/>
  </property>
</Properties>
</file>